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05efc6fce4577" /><Relationship Type="http://schemas.openxmlformats.org/officeDocument/2006/relationships/extended-properties" Target="/docProps/app.xml" Id="Rf80a3ed4f8004ad0" /><Relationship Type="http://schemas.openxmlformats.org/officeDocument/2006/relationships/officeDocument" Target="/ppt/presentation.xml" Id="R4893cc89e0ec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d273537b014150"/>
  </p:sldMasterIdLst>
  <p:notesMasterIdLst>
    <p:notesMasterId xmlns:r="http://schemas.openxmlformats.org/officeDocument/2006/relationships" r:id="R728fb51411484855"/>
  </p:notesMasterIdLst>
  <p:sldIdLst>
    <p:sldId xmlns:r="http://schemas.openxmlformats.org/officeDocument/2006/relationships" id="256" r:id="Rc730ee7c60a646ed"/>
    <p:sldId xmlns:r="http://schemas.openxmlformats.org/officeDocument/2006/relationships" id="257" r:id="R4e3fcae6d2db4f49"/>
    <p:sldId xmlns:r="http://schemas.openxmlformats.org/officeDocument/2006/relationships" id="258" r:id="Re05664a164594e0f"/>
    <p:sldId xmlns:r="http://schemas.openxmlformats.org/officeDocument/2006/relationships" id="259" r:id="R1c9e25a7a5474cb8"/>
    <p:sldId xmlns:r="http://schemas.openxmlformats.org/officeDocument/2006/relationships" id="260" r:id="R10534b288e034c9d"/>
    <p:sldId xmlns:r="http://schemas.openxmlformats.org/officeDocument/2006/relationships" id="261" r:id="R9e989cce50b54d0c"/>
    <p:sldId xmlns:r="http://schemas.openxmlformats.org/officeDocument/2006/relationships" id="262" r:id="R0832768dfbe64527"/>
    <p:sldId xmlns:r="http://schemas.openxmlformats.org/officeDocument/2006/relationships" id="263" r:id="R066865c0deb74160"/>
    <p:sldId xmlns:r="http://schemas.openxmlformats.org/officeDocument/2006/relationships" id="264" r:id="R7910fed9589d429b"/>
    <p:sldId xmlns:r="http://schemas.openxmlformats.org/officeDocument/2006/relationships" id="265" r:id="R2c60ad3a5f9044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081e416e34f12" /><Relationship Type="http://schemas.openxmlformats.org/officeDocument/2006/relationships/slideMaster" Target="/ppt/slideMasters/slideMaster1.xml" Id="R88d273537b014150" /><Relationship Type="http://schemas.openxmlformats.org/officeDocument/2006/relationships/notesMaster" Target="/ppt/notesMasters/notesMaster1.xml" Id="R728fb51411484855" /><Relationship Type="http://schemas.openxmlformats.org/officeDocument/2006/relationships/presProps" Target="/ppt/presProps.xml" Id="R4d62760d732741b9" /><Relationship Type="http://schemas.openxmlformats.org/officeDocument/2006/relationships/tableStyles" Target="/ppt/tableStyles.xml" Id="Rbb048b9c7b594573" /><Relationship Type="http://schemas.openxmlformats.org/officeDocument/2006/relationships/slide" Target="/ppt/slides/slide1.xml" Id="Rc730ee7c60a646ed" /><Relationship Type="http://schemas.openxmlformats.org/officeDocument/2006/relationships/slide" Target="/ppt/slides/slide2.xml" Id="R4e3fcae6d2db4f49" /><Relationship Type="http://schemas.openxmlformats.org/officeDocument/2006/relationships/slide" Target="/ppt/slides/slide3.xml" Id="Re05664a164594e0f" /><Relationship Type="http://schemas.openxmlformats.org/officeDocument/2006/relationships/slide" Target="/ppt/slides/slide4.xml" Id="R1c9e25a7a5474cb8" /><Relationship Type="http://schemas.openxmlformats.org/officeDocument/2006/relationships/slide" Target="/ppt/slides/slide5.xml" Id="R10534b288e034c9d" /><Relationship Type="http://schemas.openxmlformats.org/officeDocument/2006/relationships/slide" Target="/ppt/slides/slide6.xml" Id="R9e989cce50b54d0c" /><Relationship Type="http://schemas.openxmlformats.org/officeDocument/2006/relationships/slide" Target="/ppt/slides/slide7.xml" Id="R0832768dfbe64527" /><Relationship Type="http://schemas.openxmlformats.org/officeDocument/2006/relationships/slide" Target="/ppt/slides/slide8.xml" Id="R066865c0deb74160" /><Relationship Type="http://schemas.openxmlformats.org/officeDocument/2006/relationships/slide" Target="/ppt/slides/slide9.xml" Id="R7910fed9589d429b" /><Relationship Type="http://schemas.openxmlformats.org/officeDocument/2006/relationships/slide" Target="/ppt/slides/slide10.xml" Id="R2c60ad3a5f9044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9154b2c794b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65850de784ede" /><Relationship Type="http://schemas.openxmlformats.org/officeDocument/2006/relationships/notesMaster" Target="/ppt/notesMasters/notesMaster1.xml" Id="R50bad4286bdb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ebfa75f28c4eea" /><Relationship Type="http://schemas.openxmlformats.org/officeDocument/2006/relationships/notesMaster" Target="/ppt/notesMasters/notesMaster1.xml" Id="R3bf9bbaeff6d42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9a6127e934d8b" /><Relationship Type="http://schemas.openxmlformats.org/officeDocument/2006/relationships/notesMaster" Target="/ppt/notesMasters/notesMaster1.xml" Id="Rc7345a56dceb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91b23f39c2469d" /><Relationship Type="http://schemas.openxmlformats.org/officeDocument/2006/relationships/notesMaster" Target="/ppt/notesMasters/notesMaster1.xml" Id="R3760567d50b94f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b565e35e2409a" /><Relationship Type="http://schemas.openxmlformats.org/officeDocument/2006/relationships/notesMaster" Target="/ppt/notesMasters/notesMaster1.xml" Id="Rf72854de964c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9873bb82324259" /><Relationship Type="http://schemas.openxmlformats.org/officeDocument/2006/relationships/notesMaster" Target="/ppt/notesMasters/notesMaster1.xml" Id="Rc34fdba8cbd34f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e1910902bf4ea0" /><Relationship Type="http://schemas.openxmlformats.org/officeDocument/2006/relationships/notesMaster" Target="/ppt/notesMasters/notesMaster1.xml" Id="R77cace95533a4d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4af17fb564ec3" /><Relationship Type="http://schemas.openxmlformats.org/officeDocument/2006/relationships/notesMaster" Target="/ppt/notesMasters/notesMaster1.xml" Id="R10e769620fb1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6cf7ad61944f5" /><Relationship Type="http://schemas.openxmlformats.org/officeDocument/2006/relationships/notesMaster" Target="/ppt/notesMasters/notesMaster1.xml" Id="Rde2249ae058742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626314561f48d1" /><Relationship Type="http://schemas.openxmlformats.org/officeDocument/2006/relationships/notesMaster" Target="/ppt/notesMasters/notesMaster1.xml" Id="R62f7b0d5e62448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骨架页。最终由成员 1 合并成员 3 至成员 8 的已完成页面。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来源：README.md、config/quant_config.json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来源：optimization/REPORT_CN.md、Level 2 分工计划。数值不应由其他成员修改。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来源：Level 2 分工计划。此页为成员 1 的合并引导页，不替代成员 4 至成员 6 的内容页。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来源：optimization/README.md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来源：hls/preprocess/level2_preprocess.cpp、data/self_collected/level2_manifest.csv、results/level2_preprocess/README.md。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来源：results/level2_preprocess、data/self_collected/HANDOFF_TO_MEMBER7.md。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此页保留给成员 7 与成员 8 的成品结果页。禁止在结果到达前填入推测数值。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来源：final_ppt/PPT_INTAKE.md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结论中不能把 background 负样本纳入十分类 Accuracy，也不能混用 optimized 与 aggressive5b 的网络定义。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b55e54bb444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ffd7124314802" /><Relationship Type="http://schemas.openxmlformats.org/officeDocument/2006/relationships/slideLayout" Target="/ppt/slideLayouts/slideLayout1.xml" Id="R86e536857531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536857531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f0d3f442e4ab2" /><Relationship Type="http://schemas.openxmlformats.org/officeDocument/2006/relationships/notesSlide" Target="/ppt/notesSlides/notesSlide1.xml" Id="Rb09d3a2f9bbb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63d2f9214aac" /><Relationship Type="http://schemas.openxmlformats.org/officeDocument/2006/relationships/notesSlide" Target="/ppt/notesSlides/notesSlide2.xml" Id="R1999168aa7bd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c3d5a267a4c07" /><Relationship Type="http://schemas.openxmlformats.org/officeDocument/2006/relationships/notesSlide" Target="/ppt/notesSlides/notesSlide3.xml" Id="R987949d572964a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f042cc2f4e9b" /><Relationship Type="http://schemas.openxmlformats.org/officeDocument/2006/relationships/notesSlide" Target="/ppt/notesSlides/notesSlide4.xml" Id="R71acbb640e86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cb488626c4f21" /><Relationship Type="http://schemas.openxmlformats.org/officeDocument/2006/relationships/notesSlide" Target="/ppt/notesSlides/notesSlide5.xml" Id="R52822f07995243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987b5d88d4625" /><Relationship Type="http://schemas.openxmlformats.org/officeDocument/2006/relationships/notesSlide" Target="/ppt/notesSlides/notesSlide6.xml" Id="Rb34888bf931643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501234bc24344" /><Relationship Type="http://schemas.openxmlformats.org/officeDocument/2006/relationships/notesSlide" Target="/ppt/notesSlides/notesSlide7.xml" Id="R0c4a5f8557ef4b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16ae51f7c4de3" /><Relationship Type="http://schemas.openxmlformats.org/officeDocument/2006/relationships/notesSlide" Target="/ppt/notesSlides/notesSlide8.xml" Id="R4b6b7f33ce99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476abafef4632" /><Relationship Type="http://schemas.openxmlformats.org/officeDocument/2006/relationships/notesSlide" Target="/ppt/notesSlides/notesSlide9.xml" Id="Rfdd6d9e37efd42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e358b33440e0" /><Relationship Type="http://schemas.openxmlformats.org/officeDocument/2006/relationships/notesSlide" Target="/ppt/notesSlides/notesSlide10.xml" Id="Rbce34dd1999944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4BB9-5BF8-4137-AD56-569DF608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95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AB7"/>
          </a:solidFill>
          <a:ln xmlns:a="http://schemas.openxmlformats.org/drawingml/2006/main" w="0">
            <a:solidFill>
              <a:srgbClr val="2C9A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50B7-DCB5-4CA0-9DF6-751EE52D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57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LeNet 推理加速器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9D3DE-8BDE-4C09-86B2-9E70C6D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050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rPr>
              <a:t>Level 1 优化验证与 Level 2 自采数据验证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E7404-9B90-40C0-B444-C6C9E15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994"/>
          </a:solidFill>
          <a:ln xmlns:a="http://schemas.openxmlformats.org/drawingml/2006/main" w="0">
            <a:solidFill>
              <a:srgbClr val="5A79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2A39-9303-4DC0-B978-306EC9D5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rPr>
              <a:t>智能芯片与系统设计综合实践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93548-6CC8-4894-8287-FB3304E0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最终答辩合并骨架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1 负责统一与合并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3114B-46E7-4818-9A72-F420176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8D9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459585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D9F90-A88C-4FE1-A763-B535E1FB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4C18-DC7E-4D6A-A914-9E6B240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LeNet 推理加速器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A6FBC-F09B-4353-96EB-5956FD72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96876-D8AD-49CF-A0F6-C590FCC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项目范围与交付结构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D2165-9B1C-4755-8FA5-E3D3F675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主线使用 optimized，高速版本 aggressive5b 仅作精度与延迟权衡对照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1F84A-647B-4DE4-8476-A9B1503A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4D414-4E50-4E77-B2EC-40E57EB2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E6A9B-43A4-4482-9590-BC0CE58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91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LeNet，1×28×28 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07F95-304F-4F2A-A425-979A392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7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无 Bias；CHW、OIHW 与 FC [OUT][IN] 已冻结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05E20-685C-4EAD-BB4D-5F20FB8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目标器件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44CD8-A6C3-49FA-B0FA-E43EB686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52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xc7z020clg400-1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CEEF4-7049-4129-A8EC-C587421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194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 ns 约束；Vivado HLS 2018.3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6B81A-B3CC-4432-A4F8-AF969DFF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定点格式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F699-C3EC-4E3F-9CDB-DA3C299F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52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W12/A12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A9541-CB8C-498B-82BA-E0A1031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A12：signed I7/F5，scale 为 1/32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A9BC4-7E47-4B14-8416-70F7FEF7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Level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43F13-3CB3-46E0-80E5-ABAC2C77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MNIST 功能、定点一致性、HLS 优化与 RTL Co-sim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21FCE-E2D7-4B82-BCBC-F9D5C0E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Level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5E76A-7DE8-48D8-AD83-9B78D1C8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真实手写样本、HLS C/C++ 预处理、Fixed/HLS 批量推理与误差分析</a:t>
            </a:r>
          </a:p>
        </p:txBody>
      </p:sp>
    </p:spTree>
    <p:extLst>
      <p:ext uri="{BB962C8B-B14F-4D97-AF65-F5344CB8AC3E}">
        <p14:creationId xmlns:p14="http://schemas.microsoft.com/office/powerpoint/2010/main" val="776313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67192-15CA-4BD8-82B8-C836B047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5B03F-2CFA-4D04-9FBA-6CD03F3D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1 基础结果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789C2-6A0A-4096-B41F-06962D2C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C291B-E71A-4080-ABCE-B161D16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1 冻结基线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7DD8D-6DFD-4F37-8022-A46AF2F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真实单图 latency 采用 RTL Co-sim，不采用 HLS 状态机保守上界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87F94-9DD8-4120-A8B8-480169B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Float MNIST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6F288-3016-4E15-8D88-8EE8A42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98.97%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CCF5E-35E2-4CCA-AD4D-E44241A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Python Float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788B2-4DA4-439A-8476-775435D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Fixed / optimized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87A9C-2AAA-4735-A0C9-FE7B087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98.94%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5F42-0467-4C39-BF4E-D0D6840F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10,000 张 HLS CSim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9E4DC-E7C1-45CA-9B7C-117F108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baseline RTL 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4973F-4302-42BB-9949-09CB7A4A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64,815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E1BB2-7D7D-4A23-8576-C588560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单图真实 RTL Co-sim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F46EA-7363-47B3-8276-D1257DEA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3B823-40EA-4ABB-9857-EBE9BF2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验证口径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E1DB2-E356-47E5-AB27-A21CC617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Float、Fixed 与 HLS 输入输出布局对齐；optimized 的 100,000 个最终 raw logits 与 Python Fixed 一致。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A2F9C-0514-4F2F-8053-F649A1C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成员 6 页面需要解释：474,826 cycles 是原 Controller 的保守上界，不能写成单图真实 latency。</a:t>
            </a:r>
          </a:p>
        </p:txBody>
      </p:sp>
    </p:spTree>
    <p:extLst>
      <p:ext uri="{BB962C8B-B14F-4D97-AF65-F5344CB8AC3E}">
        <p14:creationId xmlns:p14="http://schemas.microsoft.com/office/powerpoint/2010/main" val="1920615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9B4AA-05CA-482C-8336-9BAB7148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34BE4-977B-484B-BAD0-DFFDE94D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高精度优化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AF0CA-E2BF-4A8D-9007-9D908B1B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0F00A-12FE-469A-AAB9-24FA762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optimized 高精度工作点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BD775-EE28-45E5-BA27-36B0CD1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Memory banking、融合 ReLU/Pool、消除 Flatten 复制与 FC 并行共同降低延迟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6E182-940D-4B4B-A422-9AFD8062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RTL latency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3DE57-4571-4AA4-A547-134E578B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6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64,815 → 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FBDDF-647D-4B6B-9D02-F4116B75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3.52×；Accuracy 保持 98.94%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D510-9F0C-4886-A3C1-D40546F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Conv1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66CB4-56DC-4E26-A51C-4D73D01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2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33,913 → 7,849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90814-DEAB-4248-8E77-8AF0462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4：访存银行与 II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A3713-213E-436D-9DE4-84EFEFB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Conv2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6B15C-DAC5-48D0-B3C2-E866D5E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2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14,777 → 2,553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EACB1-9183-498B-93D4-ED1385E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4：访存银行与 II 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8FB7F-64C7-4F9B-A417-6A2ED5F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FD906-7381-4979-B5AB-EF040DF0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待插入成员 4、5、6 的成品页：问题、修改、前后实测数据与工程结论。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1831F-548F-45F5-9240-1B7B3C8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合并时保留各模块的“原来 / 问题 / 修改 / 结果 / 结论”证据链，并统一术语为 baseline、optimized、aggressive5b。</a:t>
            </a:r>
          </a:p>
        </p:txBody>
      </p:sp>
    </p:spTree>
    <p:extLst>
      <p:ext uri="{BB962C8B-B14F-4D97-AF65-F5344CB8AC3E}">
        <p14:creationId xmlns:p14="http://schemas.microsoft.com/office/powerpoint/2010/main" val="1065195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97616-104A-4F19-A707-43FDADD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1C7C2-53B7-43FB-AF0A-C6AAC2C0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CDE1C-F5B2-461C-864D-2CB1EFF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6132-6CB2-44CA-9707-0F59FB4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精度与延迟工作点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E9D89-4620-48F2-BD12-71748EC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 改变了通道数，因此是独立工作点，不能与 optimized 混用 logits 或网络定义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1EA20-9EDD-4DA8-B6B6-9DD7FF55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optimized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B4066-B87B-4C35-BDF8-5B160D5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0EFE6-C999-4958-8681-B405400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98.94%，主验证版本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16D30-DE94-44F3-BF47-312FF5D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EC351-D3EE-40ED-A66E-2182392E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11,025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8358A-EBBB-47B3-8468-F470AE9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670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96.55%，低延迟补充版本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492D4-3C60-4C5D-B442-3544AB85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 网络变化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22F54-B9FE-48CC-B4CE-ACE5A91B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92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Conv1 6→5；Conv2 16→12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CAE35-4B96-4EBA-9559-344A22E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670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FC1 使用 24 路并行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E7E41-D8CE-4A83-8EDE-A242A09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A7814-0A86-4891-B3F6-22B5BE74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成员 3 的位宽与资源证据页在此处合并。结论必须由 Accuracy、LUT、FF、DSP、BRAM、Latency 和 Clock 的实测数据支撑。</a:t>
            </a:r>
          </a:p>
        </p:txBody>
      </p:sp>
    </p:spTree>
    <p:extLst>
      <p:ext uri="{BB962C8B-B14F-4D97-AF65-F5344CB8AC3E}">
        <p14:creationId xmlns:p14="http://schemas.microsoft.com/office/powerpoint/2010/main" val="1425540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25645-C3F3-4D5F-A043-EA9D31C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41889-08D6-42A4-85DD-22E78AD8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数据通路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988B7-525A-4C94-BD8D-37EB0A7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E169F-4839-4400-84E1-7453445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2 HLS C/C++ 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FD0A5-9786-4F8A-B23B-28912D7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1 交付。JPEG/PNG 解码仅作输入适配，灰度、ROI、缩放、居中与 A12 导出均由 HLS C++ 核执行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F276C-0CBB-4226-8543-B9E28D5F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D4C2A-64A4-46D8-AFFB-2EC9A75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RGB → 1:2:1 整数灰度 → 28×28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1BBB6-C6C7-4303-8880-4648260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F6C56-FEE0-4AAE-BDFD-FDB15E8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RGB → 灰度 → 阈值与极性 → ROI → 等比缩放 → 居中 28×28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3548B-EBB0-4E06-BFBD-17C67B9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C10FA-4549-427A-8E7D-65FE128A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当前样本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6D212-6429-4F88-9C1D-0556130D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55 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7868C-F708-4E36-A7C7-1EAC8C4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50 张数字样本，5 张 background 抗干扰样本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6E7BB-988E-4B36-B889-3D92BAA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图像输出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CDBE7-ABBF-4305-9F03-701E14A4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62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110 张 PGM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777E6-6A63-4688-8FD6-24D5CF90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29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Simple / Full 各 55 张，28×28 单通道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65D52-F244-416C-B70C-0F086AB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Fixed 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2B02E-8B84-445C-A5F5-6B80468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110 份 raw 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AE669-837D-43BD-90B0-3AD7952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每份 784 行，A12 值范围 0 至 32</a:t>
            </a:r>
          </a:p>
        </p:txBody>
      </p:sp>
    </p:spTree>
    <p:extLst>
      <p:ext uri="{BB962C8B-B14F-4D97-AF65-F5344CB8AC3E}">
        <p14:creationId xmlns:p14="http://schemas.microsoft.com/office/powerpoint/2010/main" val="2117343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D18F6-3F98-43C9-BC66-DD5AF76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D17A6-ECB0-4806-8665-0033A3B5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验证准备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E9EC2-7D76-4EDF-A7F6-0F1FBFB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FEF48-01E9-471E-B0E6-93C6851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预处理核验证与成员 7 交接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7B81F-5E97-4CD8-885D-26F2283B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HLS CSim 已通过，Full 核已完成 C synthesis 并生成 RTL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EAA86-AB2F-41E6-AC87-3C9629B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HLS CSim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C6E93-A830-44F7-A052-C59610F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0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8B9B9-0580-4074-A7F7-CFA968A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96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synthetic digit、反色 digit、纯背景与 A12 规则测试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88783-C88C-45EE-A678-AF9BB9FA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 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277AB-CDD4-4CFF-A428-F44448A8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RTL 已生成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DE720-D2CC-4442-A4BA-BB25CB8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71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Full 核，xc7z020clg400-1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63FE7-271D-49B8-A358-FFFE6CA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7 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9FAB6-5C12-4C49-9E41-C7B6994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05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manifest 驱动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36B56-201F-4EFF-8545-4E8DD6B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717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路径、标签、ROI 审计字段均已交接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E49E5-A2A4-4846-87B4-3D481F5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15B19-6127-4EDD-85BB-A6FDB789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0–9 标签进入十分类 Accuracy、每类 Accuracy 与混淆矩阵。background 只报告 prediction、logits、最大 logit 与 Full ROI 状态。</a:t>
            </a:r>
          </a:p>
        </p:txBody>
      </p:sp>
    </p:spTree>
    <p:extLst>
      <p:ext uri="{BB962C8B-B14F-4D97-AF65-F5344CB8AC3E}">
        <p14:creationId xmlns:p14="http://schemas.microsoft.com/office/powerpoint/2010/main" val="1430985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5A480-8660-479B-979D-2ACC138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2B75-9382-402F-A659-795F3AF1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F9607-2DBD-449F-9426-5BC99AD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11065-D2CF-49AD-B54F-BC1B51E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2 批量推理结果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1F85-8E1D-4D1F-B3D5-E825C3E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等待成员 7 交付 Simple / Full 的 Python、Fixed 和 optimized HLS 测试结果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91306-E3D4-497C-8446-C32019C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成员 7 需提供：总体 Accuracy、每类 Accuracy、Prediction CSV、Mismatch 数量与 logits。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E3FD2-CBE1-4CAD-8014-A6102707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成员 8 需提供：数据集构成、原始样本与预处理示例、混淆矩阵、典型误判和原因分析。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9F42-8366-402A-AD7F-3893272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10F88-0423-4A28-81C9-D1136EB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合并规则：MNIST Accuracy 与自采数字 Accuracy 分开呈现；background 结果单列为抗干扰观察，不能计入 0–9 Accuracy。</a:t>
            </a:r>
          </a:p>
        </p:txBody>
      </p:sp>
    </p:spTree>
    <p:extLst>
      <p:ext uri="{BB962C8B-B14F-4D97-AF65-F5344CB8AC3E}">
        <p14:creationId xmlns:p14="http://schemas.microsoft.com/office/powerpoint/2010/main" val="649496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1C9E-7B01-46E7-A42A-C1615161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2D2D2-1E1E-4F37-96AB-CB5FEE2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最终答辩整合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43F3B-3FCE-4424-8635-550C315D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958BA-9476-46A0-B3EC-4918CFEB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合并检查点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152A6-7770-4388-A292-560E031D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1 统一版式和口径；各成员保留自己负责证据的可追溯来源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17366-9A9D-4761-B813-E2A47EB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待收件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652D7-5AA9-45F2-B852-45C78C8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成员 3、4、5、6、7 的模块 PPT，以及成员 8 的完整 Level 2 PPT。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3F3C5-F417-437C-8A45-820E71F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统一口径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4282D-6537-4D72-ABE7-A393A5E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baseline / optimized / aggressive5b 名称，Accuracy、Latency、资源数字和真实 RTL latency 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D5A1B-3713-4853-8492-9B12995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冻结条件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91B22-DF0C-46DC-937A-5C821E5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Level 2 数据、预处理代码、批测结果、成员页和总 PPT 使用同一份最终清单。</a:t>
            </a:r>
          </a:p>
        </p:txBody>
      </p:sp>
    </p:spTree>
    <p:extLst>
      <p:ext uri="{BB962C8B-B14F-4D97-AF65-F5344CB8AC3E}">
        <p14:creationId xmlns:p14="http://schemas.microsoft.com/office/powerpoint/2010/main" val="176042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4C7B3-1DB8-474A-8395-308845CA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2531-BDE6-475C-9E22-F189320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B1A54-5846-47C5-A4C1-27FBF97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489B9-68A0-429F-87C8-15DD3C9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当前结论与待完成事项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A4F5D-3C3E-4FDF-B702-1653E62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此页在收齐成员结果后再压缩为最终结论页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B2691-B360-4144-8847-0BE8FD6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高准确率推荐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E3EC1-16C2-40AA-8203-AA2096E4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optimized：98.94%，18,428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C49FE-1C8B-44C4-A9C1-CDC712BC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低延迟补充工作点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86701-765F-4A3E-B47D-8481B90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aggressive5b：96.55%，11,025 cycles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5FC4D-B5B1-4F1C-922A-523D98F3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E63FD-AEA3-4A66-AE5C-7EFD4C6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下一次合并前必须补齐：成员 7 的 Level 2 最终结果、成员 8 的结果分析页、成员 3–6 的已冻结模块 PPT。</a:t>
            </a:r>
          </a:p>
        </p:txBody>
      </p:sp>
    </p:spTree>
    <p:extLst>
      <p:ext uri="{BB962C8B-B14F-4D97-AF65-F5344CB8AC3E}">
        <p14:creationId xmlns:p14="http://schemas.microsoft.com/office/powerpoint/2010/main" val="1567384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2026-09-14T03:44:11.8710000Z</dcterms:created>
  <dcterms:modified xsi:type="dcterms:W3CDTF">2026-09-14T03:44:11.8710000Z</dcterms:modified>
</coreProperties>
</file>