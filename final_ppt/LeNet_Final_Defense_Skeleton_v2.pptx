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a76247b6c491c" /><Relationship Type="http://schemas.openxmlformats.org/officeDocument/2006/relationships/extended-properties" Target="/docProps/app.xml" Id="Rfe8097bc528a4cdd" /><Relationship Type="http://schemas.openxmlformats.org/officeDocument/2006/relationships/officeDocument" Target="/ppt/presentation.xml" Id="R127edafa1a044d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30c344396456d"/>
  </p:sldMasterIdLst>
  <p:notesMasterIdLst>
    <p:notesMasterId xmlns:r="http://schemas.openxmlformats.org/officeDocument/2006/relationships" r:id="R7a6d2dc7c3e44f3e"/>
  </p:notesMasterIdLst>
  <p:sldIdLst>
    <p:sldId xmlns:r="http://schemas.openxmlformats.org/officeDocument/2006/relationships" id="256" r:id="Re9aacff207544979"/>
    <p:sldId xmlns:r="http://schemas.openxmlformats.org/officeDocument/2006/relationships" id="257" r:id="Ra4fdd52bb1a74b35"/>
    <p:sldId xmlns:r="http://schemas.openxmlformats.org/officeDocument/2006/relationships" id="258" r:id="Rb0c605dc90bb4579"/>
    <p:sldId xmlns:r="http://schemas.openxmlformats.org/officeDocument/2006/relationships" id="259" r:id="R6d8332031d2f457d"/>
    <p:sldId xmlns:r="http://schemas.openxmlformats.org/officeDocument/2006/relationships" id="260" r:id="Rb88ee3c899c74048"/>
    <p:sldId xmlns:r="http://schemas.openxmlformats.org/officeDocument/2006/relationships" id="261" r:id="R02fb878825aa4b13"/>
    <p:sldId xmlns:r="http://schemas.openxmlformats.org/officeDocument/2006/relationships" id="262" r:id="R71725f81f01f4a89"/>
    <p:sldId xmlns:r="http://schemas.openxmlformats.org/officeDocument/2006/relationships" id="263" r:id="Re59691c2811647ec"/>
    <p:sldId xmlns:r="http://schemas.openxmlformats.org/officeDocument/2006/relationships" id="264" r:id="R3787aaebee87490b"/>
    <p:sldId xmlns:r="http://schemas.openxmlformats.org/officeDocument/2006/relationships" id="265" r:id="R7a5ca2be021a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8dcd8337b40a2" /><Relationship Type="http://schemas.openxmlformats.org/officeDocument/2006/relationships/slideMaster" Target="/ppt/slideMasters/slideMaster1.xml" Id="R63430c344396456d" /><Relationship Type="http://schemas.openxmlformats.org/officeDocument/2006/relationships/notesMaster" Target="/ppt/notesMasters/notesMaster1.xml" Id="R7a6d2dc7c3e44f3e" /><Relationship Type="http://schemas.openxmlformats.org/officeDocument/2006/relationships/presProps" Target="/ppt/presProps.xml" Id="R1d1e21dac38542ca" /><Relationship Type="http://schemas.openxmlformats.org/officeDocument/2006/relationships/tableStyles" Target="/ppt/tableStyles.xml" Id="Rf599aad9524f40b4" /><Relationship Type="http://schemas.openxmlformats.org/officeDocument/2006/relationships/slide" Target="/ppt/slides/slide1.xml" Id="Re9aacff207544979" /><Relationship Type="http://schemas.openxmlformats.org/officeDocument/2006/relationships/slide" Target="/ppt/slides/slide2.xml" Id="Ra4fdd52bb1a74b35" /><Relationship Type="http://schemas.openxmlformats.org/officeDocument/2006/relationships/slide" Target="/ppt/slides/slide3.xml" Id="Rb0c605dc90bb4579" /><Relationship Type="http://schemas.openxmlformats.org/officeDocument/2006/relationships/slide" Target="/ppt/slides/slide4.xml" Id="R6d8332031d2f457d" /><Relationship Type="http://schemas.openxmlformats.org/officeDocument/2006/relationships/slide" Target="/ppt/slides/slide5.xml" Id="Rb88ee3c899c74048" /><Relationship Type="http://schemas.openxmlformats.org/officeDocument/2006/relationships/slide" Target="/ppt/slides/slide6.xml" Id="R02fb878825aa4b13" /><Relationship Type="http://schemas.openxmlformats.org/officeDocument/2006/relationships/slide" Target="/ppt/slides/slide7.xml" Id="R71725f81f01f4a89" /><Relationship Type="http://schemas.openxmlformats.org/officeDocument/2006/relationships/slide" Target="/ppt/slides/slide8.xml" Id="Re59691c2811647ec" /><Relationship Type="http://schemas.openxmlformats.org/officeDocument/2006/relationships/slide" Target="/ppt/slides/slide9.xml" Id="R3787aaebee87490b" /><Relationship Type="http://schemas.openxmlformats.org/officeDocument/2006/relationships/slide" Target="/ppt/slides/slide10.xml" Id="R7a5ca2be021a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d3cc1763949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b57818e674fbd" /><Relationship Type="http://schemas.openxmlformats.org/officeDocument/2006/relationships/notesMaster" Target="/ppt/notesMasters/notesMaster1.xml" Id="R1f0857f074ee44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b18f7cd6df40a9" /><Relationship Type="http://schemas.openxmlformats.org/officeDocument/2006/relationships/notesMaster" Target="/ppt/notesMasters/notesMaster1.xml" Id="R5a336b66b48f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32b9639b114ff9" /><Relationship Type="http://schemas.openxmlformats.org/officeDocument/2006/relationships/notesMaster" Target="/ppt/notesMasters/notesMaster1.xml" Id="R4c11271253e8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cc61770be4634" /><Relationship Type="http://schemas.openxmlformats.org/officeDocument/2006/relationships/notesMaster" Target="/ppt/notesMasters/notesMaster1.xml" Id="Rb415ccfd7e8344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7a2f8e7a84bf9" /><Relationship Type="http://schemas.openxmlformats.org/officeDocument/2006/relationships/notesMaster" Target="/ppt/notesMasters/notesMaster1.xml" Id="Raf0aa6cd016d4a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b4d8e7280a42c5" /><Relationship Type="http://schemas.openxmlformats.org/officeDocument/2006/relationships/notesMaster" Target="/ppt/notesMasters/notesMaster1.xml" Id="R76255331f7a4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0a63a9dc114ebb" /><Relationship Type="http://schemas.openxmlformats.org/officeDocument/2006/relationships/notesMaster" Target="/ppt/notesMasters/notesMaster1.xml" Id="R73be12d7554249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325497b3740a0" /><Relationship Type="http://schemas.openxmlformats.org/officeDocument/2006/relationships/notesMaster" Target="/ppt/notesMasters/notesMaster1.xml" Id="Rdf32cced893348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6c4310e50b45cc" /><Relationship Type="http://schemas.openxmlformats.org/officeDocument/2006/relationships/notesMaster" Target="/ppt/notesMasters/notesMaster1.xml" Id="Rc8eebe265c574e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53a13958f04e61" /><Relationship Type="http://schemas.openxmlformats.org/officeDocument/2006/relationships/notesMaster" Target="/ppt/notesMasters/notesMaster1.xml" Id="R3ad75b003c7741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骨架页。最终由成员 1 合并成员 3 至成员 8 的已完成页面。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来源：README.md、config/quant_config.json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来源：optimization/REPORT_CN.md、Level 2 分工计划。数值不应由其他成员修改。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来源：Level 2 分工计划。此页为成员 1 的合并引导页，不替代成员 4 至成员 6 的内容页。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来源：optimization/README.md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来源：hls/preprocess/level2_preprocess.cpp、data/self_collected/level2_manifest.csv、results/level2_preprocess/README.md。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来源：results/level2_preprocess、data/self_collected/HANDOFF_TO_MEMBER7.md。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此页保留给成员 7 与成员 8 的成品结果页。禁止在结果到达前填入推测数值。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来源：final_ppt/PPT_INTAKE.md 与 Level 2 分工计划。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结论中不能把 background 负样本纳入十分类 Accuracy，也不能混用 optimized 与 aggressive5b 的网络定义。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b916252f541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90d89aebdf49b3" /><Relationship Type="http://schemas.openxmlformats.org/officeDocument/2006/relationships/slideLayout" Target="/ppt/slideLayouts/slideLayout1.xml" Id="R169891c8e4c9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891c8e4c9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e526ef4a4318" /><Relationship Type="http://schemas.openxmlformats.org/officeDocument/2006/relationships/notesSlide" Target="/ppt/notesSlides/notesSlide1.xml" Id="R54f6b7623f9a44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2eeade8654801" /><Relationship Type="http://schemas.openxmlformats.org/officeDocument/2006/relationships/notesSlide" Target="/ppt/notesSlides/notesSlide2.xml" Id="R7370da587767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6e0740ae2413c" /><Relationship Type="http://schemas.openxmlformats.org/officeDocument/2006/relationships/notesSlide" Target="/ppt/notesSlides/notesSlide3.xml" Id="Rb5701b734f23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43ea438b541c2" /><Relationship Type="http://schemas.openxmlformats.org/officeDocument/2006/relationships/notesSlide" Target="/ppt/notesSlides/notesSlide4.xml" Id="Re83c35f4c5cc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b50ff4dbc4983" /><Relationship Type="http://schemas.openxmlformats.org/officeDocument/2006/relationships/notesSlide" Target="/ppt/notesSlides/notesSlide5.xml" Id="Re4c4522de5bd4b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7c06d74db4ef9" /><Relationship Type="http://schemas.openxmlformats.org/officeDocument/2006/relationships/notesSlide" Target="/ppt/notesSlides/notesSlide6.xml" Id="R4f52558345ab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db37b5f064b23" /><Relationship Type="http://schemas.openxmlformats.org/officeDocument/2006/relationships/notesSlide" Target="/ppt/notesSlides/notesSlide7.xml" Id="Re16bbca074fe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ae892bad4d1a" /><Relationship Type="http://schemas.openxmlformats.org/officeDocument/2006/relationships/notesSlide" Target="/ppt/notesSlides/notesSlide8.xml" Id="Rc49bdd90c049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504db86b644fc" /><Relationship Type="http://schemas.openxmlformats.org/officeDocument/2006/relationships/notesSlide" Target="/ppt/notesSlides/notesSlide9.xml" Id="R90414cbc0fb5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68e1400b24341" /><Relationship Type="http://schemas.openxmlformats.org/officeDocument/2006/relationships/notesSlide" Target="/ppt/notesSlides/notesSlide10.xml" Id="R87ceb216982f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3DECC-B51E-48E3-A351-74734890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95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9AB7"/>
          </a:solidFill>
          <a:ln xmlns:a="http://schemas.openxmlformats.org/drawingml/2006/main" w="0">
            <a:solidFill>
              <a:srgbClr val="2C9AB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FBAC7-E604-469E-A414-95A23190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57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LeNet 推理加速器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E41E-DC01-433A-B44A-8F09701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050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rPr>
              <a:t>Level 1 优化验证与 Level 2 自采数据验证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6B9C5-C638-48CF-870B-E2474C3A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994"/>
          </a:solidFill>
          <a:ln xmlns:a="http://schemas.openxmlformats.org/drawingml/2006/main" w="0">
            <a:solidFill>
              <a:srgbClr val="5A79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6684C-3B9F-4D47-9B2B-8E6BFD0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AF4"/>
                </a:solidFill>
                <a:latin typeface="Microsoft YaHei"/>
                <a:ea typeface="Microsoft YaHei"/>
                <a:cs typeface="Microsoft YaHei"/>
              </a:rPr>
              <a:t>智能芯片与系统设计综合实践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6F85D-362A-426C-9E91-5A5F03FA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最终答辩合并骨架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 1 负责统一与合并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2B2AD-6F0A-4C25-8EBA-458D472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FC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8D9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386978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588ED-7844-414C-BCCE-2C06BF8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ED5F3-4E00-4CDB-80BE-7ED8C37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LeNet 推理加速器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2EA46-AFA5-4C60-8605-04938394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B0263-F4FD-492C-B6A3-1D30E689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项目范围与交付结构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83EBD-F0AF-4718-8A09-38D665E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主线使用 optimized，高速版本 aggressive5b 仅作精度与延迟权衡对照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08F4E-23E5-44DB-BC24-5F3940E6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18BCB-6093-465D-AA26-6D29390D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8C38-5D27-4EA9-A147-02D0BD5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LeNet，1×28×28 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A4C24-AEDD-475A-AB55-B3A9FA5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5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无 Bias；CHW、OIHW 与 FC [OUT][IN] 已冻结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1AB21-7FF1-4CBA-95E1-57CAE30D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目标器件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081E0-33A2-43C2-A765-0ACD212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526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xc7z020clg400-1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D3DE2-9700-4E1E-ADB8-EA658A7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622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 ns 约束；Vivado HLS 2018.3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34E6E-60D1-4BB2-AA3B-18EDE9D1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定点格式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0B2DE-042D-4FAB-9526-30CB4FAB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526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W12/A12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DA8D7-FF48-4D17-8424-218192F1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622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A12：signed I7/F5，scale 为 1/32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F6900-AD0B-4820-92BC-C15AAA31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Level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1A277-DD0B-437A-8706-51D34CE8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MNIST 功能、定点一致性、HLS 优化与 RTL Co-sim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D5BAF-F879-45BF-AD8C-845ACE7F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Level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FB76D-12A2-4250-9C14-4E58B452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真实手写样本、HLS C/C++ 预处理、Fixed/HLS 批量推理与误差分析</a:t>
            </a:r>
          </a:p>
        </p:txBody>
      </p:sp>
    </p:spTree>
    <p:extLst>
      <p:ext uri="{BB962C8B-B14F-4D97-AF65-F5344CB8AC3E}">
        <p14:creationId xmlns:p14="http://schemas.microsoft.com/office/powerpoint/2010/main" val="529059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437AD-6125-4E74-A6AD-FBF0CA0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A1FC6-F5DF-4CB1-8094-C0C204C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1 基础结果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EE635-BEF2-4ED3-9179-4E808A7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6A074-1D78-4F85-B6D4-F0FF525E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1 冻结基线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BAE64-B4F1-4303-9954-CA33C0FB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真实单图 latency 采用 RTL Co-sim，不采用 HLS 状态机保守上界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0A977-8098-4C12-9AEC-3E0CEEB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Float MNIST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61F20-4E1D-4798-A936-6F931443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98.97%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35D33-77BE-4D5D-9153-CDC1596C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Python Float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34CAF-2B31-454D-81C2-C421625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Fixed / optimized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7B6B8-8D5D-4B00-9DBC-83E9DB3B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98.94%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92B6C-7387-424E-8E8A-405EBAA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10,000 张 HLS CSim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F30F2-15C1-433B-AED4-6798D5A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baseline RTL 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2707-4F6B-43D7-A6B4-280DBE71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64,815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A888D-4108-4778-8E61-973F2FB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单图真实 RTL Co-sim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CADF9-8253-457A-A306-12241936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A699-A97E-4EA4-86F9-4C8A8E1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验证口径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8776C-ABF2-4068-934B-91664CDD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Float、Fixed 与 HLS 输入输出布局对齐；optimized 的 100,000 个最终 raw logits 与 Python Fixed 一致。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E3970-330B-4CCF-9E75-AA7754EC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B3A3A"/>
                </a:solidFill>
                <a:latin typeface="Microsoft YaHei"/>
                <a:ea typeface="Microsoft YaHei"/>
                <a:cs typeface="Microsoft YaHei"/>
              </a:rPr>
              <a:t>成员 6 页面需要解释：474,826 cycles 是原 Controller 的保守上界，不能写成单图真实 latency。</a:t>
            </a:r>
          </a:p>
        </p:txBody>
      </p:sp>
    </p:spTree>
    <p:extLst>
      <p:ext uri="{BB962C8B-B14F-4D97-AF65-F5344CB8AC3E}">
        <p14:creationId xmlns:p14="http://schemas.microsoft.com/office/powerpoint/2010/main" val="1694084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AA531-54C4-472E-9C3C-A8F1A14D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8648B-8C08-43B6-A9D3-0DB3AD93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高精度优化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851EE-FDE9-4386-A1E1-4516DA6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991CE-4A4C-4B67-B533-2CFEB77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optimized 高精度工作点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10D1D-1066-4591-B09C-676770E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Memory banking、融合 ReLU/Pool、消除 Flatten 复制与 FC 并行共同降低延迟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BCFBD-40DE-4FD7-B8BC-57238F7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RTL latency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30F68-E092-4CB6-B1EE-1C46E0D7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9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64,815 → 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11253-5F99-4838-8FDA-569543AA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3.52×；Accuracy 保持 98.94%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56D33-C091-4E13-8056-63E697CE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Conv1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2C4C5-F5E5-4B6E-AA0D-FDA6986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33,913 → 7,849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298FF-B040-42FF-AA26-BC8FA70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4：访存银行与 II 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B7807-D098-4686-8530-0F5BD143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Conv2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D6728-34F7-4FE9-8807-0E71CE4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13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14,777 → 2,553 cycles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D5D07-B666-46CF-8DD4-814F91DB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67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4：访存银行与 II 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35154-BBC1-4D6E-8D9C-0C5D428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55F80-4EBE-4164-9309-FDD67B5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待插入成员 4、5、6 的成品页：问题、修改、前后实测数据与工程结论。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83A2B-BA85-4C94-8F41-97A572B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995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合并时保留各模块的“原来 / 问题 / 修改 / 结果 / 结论”证据链，并统一术语为 baseline、optimized、aggressive5b。</a:t>
            </a:r>
          </a:p>
        </p:txBody>
      </p:sp>
    </p:spTree>
    <p:extLst>
      <p:ext uri="{BB962C8B-B14F-4D97-AF65-F5344CB8AC3E}">
        <p14:creationId xmlns:p14="http://schemas.microsoft.com/office/powerpoint/2010/main" val="997384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E26B7-BE4E-4A4D-8674-503A4BB3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215CA-190B-4E47-836A-F5145F99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11EF0-50D8-4E3C-9810-994EE3CA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7778B-CD72-4278-A2E8-679E917E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精度与延迟工作点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DE8E1-033A-4CFE-9DC3-D218580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 改变了通道数，因此是独立工作点，不能与 optimized 混用 logits 或网络定义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8F58A-BF38-4AFA-BAAD-7EE832C8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optimized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5364E-A8CC-44A2-A8D6-DF42478C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68E-1706-44DC-8DF3-871CC5A2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98.94%，主验证版本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6EC81-41F1-42B9-8360-267E247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75AF6-A3C1-40CC-AE72-A6DBAA35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11,025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9BF35-D44C-4361-BC6F-A588108D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9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96.55%，低延迟补充版本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D0695-9014-4D1D-9F54-0DB8AA62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aggressive5b 网络变化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69DC1-E4AA-4724-BA00-1314061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9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Conv1 6→5；Conv2 16→12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BB1C4-43B2-4E57-92A3-27C56670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FC1 使用 24 路并行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6B75E-FE3A-4D65-B3EE-67B8980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51468-DF5F-4530-B86A-94649962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成员 3 的位宽与资源证据页在此处合并。结论必须由 Accuracy、LUT、FF、DSP、BRAM、Latency 和 Clock 的实测数据支撑。</a:t>
            </a:r>
          </a:p>
        </p:txBody>
      </p:sp>
    </p:spTree>
    <p:extLst>
      <p:ext uri="{BB962C8B-B14F-4D97-AF65-F5344CB8AC3E}">
        <p14:creationId xmlns:p14="http://schemas.microsoft.com/office/powerpoint/2010/main" val="1789073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CD8FC-CA4D-4E22-BEC6-9762873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9E3C0-2589-4B91-9D8F-62067D9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数据通路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508B4-F961-4A2F-8E23-8ABA1BC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70198-59F1-4792-9C92-8C8F2B3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2 HLS C/C++ 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A43B9-39A5-45F7-A705-EF146962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1 交付。JPEG/PNG 解码仅作输入适配，灰度、ROI、缩放、居中与 A12 导出均由 HLS C++ 核执行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BD904-2921-4137-B42E-512B6F0F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48787-0989-4D41-994E-0539BFE6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RGB → 1:2:1 整数灰度 → 28×28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5EF70-FF55-430A-B806-11A20CA9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E4058-3CF2-4B27-B8D6-B0A82D20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RGB → 灰度 → 阈值与极性 → ROI → 等比缩放 → 居中 28×28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EF16D-4977-4EB4-AE05-FBF97A8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EA0CD-DCAB-4B35-9D6D-9A449F1D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当前样本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A7C44-0CC4-4BF1-ACFE-65CF697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55 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C4261-23FD-4C13-8904-D822AB16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50 张数字样本，5 张 background 抗干扰样本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3F2E-A3E2-4DB3-9E73-780C966B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图像输出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9E5FD-5B8B-4817-8A8C-0B1F8ADC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62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110 张 PGM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9820B-9710-42EF-ACC4-321A7C8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72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Simple / Full 各 55 张，28×28 单通道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CE7CE-D7BE-4F20-9FAD-F8533AB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Fixed 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9C014-FB7A-4CA3-B0B6-C6BE9D87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624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110 份 raw 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8F977-335A-464C-908F-5B2740D4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72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每份 784 行，A12 值范围 0 至 32</a:t>
            </a:r>
          </a:p>
        </p:txBody>
      </p:sp>
    </p:spTree>
    <p:extLst>
      <p:ext uri="{BB962C8B-B14F-4D97-AF65-F5344CB8AC3E}">
        <p14:creationId xmlns:p14="http://schemas.microsoft.com/office/powerpoint/2010/main" val="1781469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BAE0D-EA79-4887-BB9A-66E87BBD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257FD-899F-44F3-BD53-C11FD63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验证准备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DFB1C-5899-4A57-A4B8-877EC81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9E4C-4D5C-43FE-87F7-17C85170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预处理核验证与成员 7 交接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FCF1F-AAC9-4D95-931D-E0D91E3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HLS CSim 已通过，Full 核已完成 C synthesis 并生成 RTL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47366-6D85-448D-9285-9978488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HLS CSim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B64A8-D6A7-4D44-9C0C-B096721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0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E802-CD9E-416F-955F-5327D26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8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synthetic digit、反色 digit、纯背景与 A12 规则测试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57850-BA1A-492D-96CA-6C9E8791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C synthesis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3BA81-AB8F-48C7-8234-9B9D5C8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050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RTL 已生成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5E372-4993-42A0-999D-1C6412A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14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Full 核，xc7z020clg400-1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7F265-9B5C-4540-A68E-69F1EE1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7 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BA88-812F-4ACB-B4B6-812B829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050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manifest 驱动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D07E0-1A74-44D0-A127-72F1189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14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路径、标签、ROI 审计字段均已交接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A8B87-3C2B-4F61-A3B9-3467920F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2AF6A-13FC-4A4A-BDB2-EDD99264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0–9 标签进入十分类 Accuracy、每类 Accuracy 与混淆矩阵。background 只报告 prediction、logits、最大 logit 与 Full ROI 状态。</a:t>
            </a:r>
          </a:p>
        </p:txBody>
      </p:sp>
    </p:spTree>
    <p:extLst>
      <p:ext uri="{BB962C8B-B14F-4D97-AF65-F5344CB8AC3E}">
        <p14:creationId xmlns:p14="http://schemas.microsoft.com/office/powerpoint/2010/main" val="496115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6D570-DA5B-453C-BEDE-7D3C64FE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7EF2F-3A5D-484C-94DF-0B414CC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Level 2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38D50-AE54-42CD-A4A2-53F36C27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5C4F5-F912-4F15-B0DF-A02EC50C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Level 2 批量推理结果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9E277-1EC9-4467-BC5E-AF3F8978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等待成员 7 交付 Simple / Full 的 Python、Fixed 和 optimized HLS 测试结果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8F3B4-1EB0-45AF-9F9C-204F0F6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成员 7 需提供：总体 Accuracy、每类 Accuracy、Prediction CSV、Mismatch 数量与 logits。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051F6-8EFD-4013-9F7F-3F5479E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成员 8 需提供：数据集构成、原始样本与预处理示例、混淆矩阵、典型误判和原因分析。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CE651-6D6C-41EE-9609-646EF159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E2498-D6A2-4DCC-BCC1-90F48193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合并规则：MNIST Accuracy 与自采数字 Accuracy 分开呈现；background 结果单列为抗干扰观察，不能计入 0–9 Accuracy。</a:t>
            </a:r>
          </a:p>
        </p:txBody>
      </p:sp>
    </p:spTree>
    <p:extLst>
      <p:ext uri="{BB962C8B-B14F-4D97-AF65-F5344CB8AC3E}">
        <p14:creationId xmlns:p14="http://schemas.microsoft.com/office/powerpoint/2010/main" val="813089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9E311-859D-4ADB-84A0-80D705DF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305A4-B75D-417B-A7B0-A0AC2DEF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最终答辩整合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F0DC2-4773-4399-8A60-72C2E77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8D676-E867-4581-B86E-53249E76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合并检查点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173C-EB92-4A6C-8391-6DEF8EEC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成员 1 统一版式和口径；各成员保留自己负责证据的可追溯来源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A26C6-D7CD-4F0D-BB71-CBCA1759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待收件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DC629-52DD-4168-9679-48C9B77B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成员 3、4、5、6、7 的模块 PPT，以及成员 8 的完整 Level 2 PPT。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5C3F7-99F8-43B3-A550-84511E1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统一口径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5B18-075B-44F7-8A49-276E0D08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baseline / optimized / aggressive5b 名称，Accuracy、Latency、资源数字和真实 RTL latency 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9531E-1B6F-40AC-A131-6E93F81F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冻结条件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7A4E6-1A46-4FD4-9CFB-93DEEC7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Level 2 数据、预处理代码、批测结果、成员页和总 PPT 使用同一份最终清单。</a:t>
            </a:r>
          </a:p>
        </p:txBody>
      </p:sp>
    </p:spTree>
    <p:extLst>
      <p:ext uri="{BB962C8B-B14F-4D97-AF65-F5344CB8AC3E}">
        <p14:creationId xmlns:p14="http://schemas.microsoft.com/office/powerpoint/2010/main" val="1764081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43715-911E-4A2F-B30A-3AD696F6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8F"/>
          </a:solidFill>
          <a:ln xmlns:a="http://schemas.openxmlformats.org/drawingml/2006/main" w="0">
            <a:solidFill>
              <a:srgbClr val="1D5D8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7DBC1-5B3D-4A74-B9B3-26B392B4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F498D-5A8B-4163-868F-582745B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334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49231-1440-49A9-9398-609CD12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当前结论与待完成事项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7FD8A-94F4-47B9-A4E3-A75E58F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此页在收齐成员结果后再压缩为最终结论页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96EDE-DBE7-4765-8881-E3743821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高准确率推荐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63745-7E33-42A0-AC97-C8971317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optimized：98.94%，18,428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88521-48A7-458B-9922-8107FF4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D8F"/>
                </a:solidFill>
                <a:latin typeface="Microsoft YaHei"/>
                <a:ea typeface="Microsoft YaHei"/>
                <a:cs typeface="Microsoft YaHei"/>
              </a:rPr>
              <a:t>低延迟补充工作点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B546D-2A36-44CB-A2AB-EF85A8E3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F"/>
                </a:solidFill>
                <a:latin typeface="Microsoft YaHei"/>
                <a:ea typeface="Microsoft YaHei"/>
                <a:cs typeface="Microsoft YaHei"/>
              </a:rPr>
              <a:t>aggressive5b：96.55%，11,025 cycles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11E4E-19A4-4756-B7EB-B740F0D8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08B75-EB26-4D0B-A5F4-10C153D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下一次合并前必须补齐：成员 7 的 Level 2 最终结果、成员 8 的结果分析页、成员 3–6 的已冻结模块 PPT。</a:t>
            </a:r>
          </a:p>
        </p:txBody>
      </p:sp>
    </p:spTree>
    <p:extLst>
      <p:ext uri="{BB962C8B-B14F-4D97-AF65-F5344CB8AC3E}">
        <p14:creationId xmlns:p14="http://schemas.microsoft.com/office/powerpoint/2010/main" val="693881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2026-09-14T03:46:54.7510000Z</dcterms:created>
  <dcterms:modified xsi:type="dcterms:W3CDTF">2026-09-14T03:46:54.7510000Z</dcterms:modified>
</coreProperties>
</file>